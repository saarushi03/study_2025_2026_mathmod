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15095@pfur.ru" TargetMode="External" /><Relationship Id="rId3" Type="http://schemas.openxmlformats.org/officeDocument/2006/relationships/hyperlink" Target="https://github.com/Saarushi03/study_2025_2026_mathmod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Презентация по лабораторной работе №3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Модель боевых действий вариант 26</a:t>
            </a:r>
            <a:br/>
            <a:br/>
            <a:r>
              <a:rPr/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Invalid Date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Сингх Ааруши</a:t>
            </a:r>
          </a:p>
          <a:p>
            <a:pPr lvl="0"/>
            <a:r>
              <a:rPr/>
              <a:t>студентка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1132215095@pfur.ru</a:t>
            </a:r>
          </a:p>
          <a:p>
            <a:pPr lvl="0"/>
            <a:r>
              <a:rPr>
                <a:hlinkClick r:id="rId3"/>
              </a:rPr>
              <a:t>https://github.com/Saarushi03/study_2025_2026_mathmod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Построить модель боевых действий на языке программирования Julia.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Построить графики изменения численности войск армии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и армии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для следующих случаев: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Модель боевых действий между регулярными войсками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Модель ведение боевых действий с участием регулярных войск и партизанских отрядов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боевых действий между регулярными войсками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t>x</m:t>
                                    </m:r>
                                  </m:num>
                                  <m:den>
                                    <m:r>
                                      <m:t>d</m:t>
                                    </m:r>
                                    <m:r>
                                      <m:t>t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0.3</m:t>
                                </m:r>
                                <m:r>
                                  <m:t>x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0.56</m:t>
                                </m:r>
                                <m:r>
                                  <m:t>y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s</m:t>
                                </m:r>
                                <m:r>
                                  <m:t>i</m:t>
                                </m:r>
                                <m:r>
                                  <m:t>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10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t>y</m:t>
                                    </m:r>
                                  </m:num>
                                  <m:den>
                                    <m:r>
                                      <m:t>d</m:t>
                                    </m:r>
                                    <m:r>
                                      <m:t>t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0.68</m:t>
                                </m:r>
                                <m:r>
                                  <m:t>x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0.33</m:t>
                                </m:r>
                                <m:r>
                                  <m:t>y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c</m:t>
                                </m:r>
                                <m:r>
                                  <m:t>o</m:t>
                                </m:r>
                                <m:r>
                                  <m:t>s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10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боевых действий между регулярными войсками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</a:t>
            </a:r>
            <a:r>
              <a:rPr>
                <a:latin typeface="Courier"/>
              </a:rPr>
              <a:t>(u, p, t)</a:t>
            </a:r>
            <a:br/>
            <a:r>
              <a:rPr>
                <a:latin typeface="Courier"/>
              </a:rPr>
              <a:t>    x, 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</a:t>
            </a:r>
            <a:br/>
            <a:r>
              <a:rPr>
                <a:latin typeface="Courier"/>
              </a:rPr>
              <a:t>    a, b, c, 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</a:t>
            </a:r>
            <a:br/>
            <a:r>
              <a:rPr>
                <a:latin typeface="Courier"/>
              </a:rPr>
              <a:t>    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b*y+sin</a:t>
            </a:r>
            <a:r>
              <a:rPr>
                <a:latin typeface="Courier"/>
              </a:rPr>
              <a:t>(t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dy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06287E"/>
                </a:solidFill>
                <a:latin typeface="Courier"/>
              </a:rPr>
              <a:t>-h*y+cos</a:t>
            </a:r>
            <a:r>
              <a:rPr>
                <a:latin typeface="Courier"/>
              </a:rPr>
              <a:t>(t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[dx, dy]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боевых действий между регулярными войсками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u0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80000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115000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0.56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0.68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0.33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tspan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боевых действий между регулярными войсками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prob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ODEProblem</a:t>
            </a:r>
            <a:r>
              <a:rPr>
                <a:latin typeface="Courier"/>
              </a:rPr>
              <a:t>(reg, u0, tspan, p)</a:t>
            </a:r>
            <a:br/>
            <a:r>
              <a:rPr>
                <a:latin typeface="Courier"/>
              </a:rPr>
              <a:t>sol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solve</a:t>
            </a:r>
            <a:r>
              <a:rPr>
                <a:latin typeface="Courier"/>
              </a:rPr>
              <a:t>(prob, </a:t>
            </a:r>
            <a:r>
              <a:rPr>
                <a:solidFill>
                  <a:srgbClr val="06287E"/>
                </a:solidFill>
                <a:latin typeface="Courier"/>
              </a:rPr>
              <a:t>Tsit5</a:t>
            </a:r>
            <a:r>
              <a:rPr>
                <a:latin typeface="Courier"/>
              </a:rPr>
              <a:t>())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plot</a:t>
            </a:r>
            <a:r>
              <a:rPr>
                <a:latin typeface="Courier"/>
              </a:rPr>
              <a:t>(sol, title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"Модель боевых действий №1"</a:t>
            </a:r>
            <a:r>
              <a:rPr>
                <a:latin typeface="Courier"/>
              </a:rPr>
              <a:t>,  label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"Армия X"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"Армия Y"</a:t>
            </a:r>
            <a:r>
              <a:rPr>
                <a:latin typeface="Courier"/>
              </a:rPr>
              <a:t>], xaxis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"Время"</a:t>
            </a:r>
            <a:r>
              <a:rPr>
                <a:latin typeface="Courier"/>
              </a:rPr>
              <a:t>, yaxis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"Численность армии"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боевых действий между регулярными войсками</a:t>
            </a:r>
          </a:p>
        </p:txBody>
      </p:sp>
      <p:pic>
        <p:nvPicPr>
          <p:cNvPr descr="image/model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Модель боевых действий между регулярными войсками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ведение боевых действий с участием регулярных войск и партизанских отрядов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t>x</m:t>
                                    </m:r>
                                  </m:num>
                                  <m:den>
                                    <m:r>
                                      <m:t>d</m:t>
                                    </m:r>
                                    <m:r>
                                      <m:t>t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0.31</m:t>
                                </m:r>
                                <m:r>
                                  <m:t>x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0.77</m:t>
                                </m:r>
                                <m:r>
                                  <m:t>y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s</m:t>
                                </m:r>
                                <m:r>
                                  <m:t>i</m:t>
                                </m:r>
                                <m:r>
                                  <m:t>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2</m:t>
                                    </m:r>
                                    <m: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10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t>y</m:t>
                                    </m:r>
                                  </m:num>
                                  <m:den>
                                    <m:r>
                                      <m:t>d</m:t>
                                    </m:r>
                                    <m:r>
                                      <m:t>t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0.67</m:t>
                                </m:r>
                                <m:r>
                                  <m:t>x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r>
                                  <m:t>y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0.51</m:t>
                                </m:r>
                                <m:r>
                                  <m:t>y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c</m:t>
                                </m:r>
                                <m:r>
                                  <m:t>o</m:t>
                                </m:r>
                                <m:r>
                                  <m:t>s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10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ведение боевых действий с участием регулярных войск и партизанских отрядов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reg_part</a:t>
            </a:r>
            <a:r>
              <a:rPr>
                <a:latin typeface="Courier"/>
              </a:rPr>
              <a:t>(u, p, t)</a:t>
            </a:r>
            <a:br/>
            <a:r>
              <a:rPr>
                <a:latin typeface="Courier"/>
              </a:rPr>
              <a:t>    x, 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</a:t>
            </a:r>
            <a:br/>
            <a:r>
              <a:rPr>
                <a:latin typeface="Courier"/>
              </a:rPr>
              <a:t>    a, b, c, 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</a:t>
            </a:r>
            <a:br/>
            <a:r>
              <a:rPr>
                <a:latin typeface="Courier"/>
              </a:rPr>
              <a:t>    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b*y+sin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dy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y </a:t>
            </a:r>
            <a:r>
              <a:rPr>
                <a:solidFill>
                  <a:srgbClr val="06287E"/>
                </a:solidFill>
                <a:latin typeface="Courier"/>
              </a:rPr>
              <a:t>-h*y+cos</a:t>
            </a:r>
            <a:r>
              <a:rPr>
                <a:latin typeface="Courier"/>
              </a:rPr>
              <a:t>(t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[dx, dy]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ведение боевых действий с участием регулярных войск и партизанских отрядов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u0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80000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115000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0.31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0.77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0.67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0.51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tspan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\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ведение боевых действий с участием регулярных войск и партизанских отрядов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prob2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ODEProblem</a:t>
            </a:r>
            <a:r>
              <a:rPr>
                <a:latin typeface="Courier"/>
              </a:rPr>
              <a:t>(reg_part, u0, tspan, p)</a:t>
            </a:r>
            <a:br/>
            <a:r>
              <a:rPr>
                <a:latin typeface="Courier"/>
              </a:rPr>
              <a:t>sol2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solve</a:t>
            </a:r>
            <a:r>
              <a:rPr>
                <a:latin typeface="Courier"/>
              </a:rPr>
              <a:t>(prob2, </a:t>
            </a:r>
            <a:r>
              <a:rPr>
                <a:solidFill>
                  <a:srgbClr val="06287E"/>
                </a:solidFill>
                <a:latin typeface="Courier"/>
              </a:rPr>
              <a:t>Tsit5</a:t>
            </a:r>
            <a:r>
              <a:rPr>
                <a:latin typeface="Courier"/>
              </a:rPr>
              <a:t>())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plot</a:t>
            </a:r>
            <a:r>
              <a:rPr>
                <a:latin typeface="Courier"/>
              </a:rPr>
              <a:t>(sol2, title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"Модель боевых действий №2"</a:t>
            </a:r>
            <a:r>
              <a:rPr>
                <a:latin typeface="Courier"/>
              </a:rPr>
              <a:t>, label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"Армия X"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"Армия Y"</a:t>
            </a:r>
            <a:r>
              <a:rPr>
                <a:latin typeface="Courier"/>
              </a:rPr>
              <a:t>], xaxis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"Время"</a:t>
            </a:r>
            <a:r>
              <a:rPr>
                <a:latin typeface="Courier"/>
              </a:rPr>
              <a:t>, yaxis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"Численность армии"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ведение боевых действий с участием регулярных войск и партизанских отрядов</a:t>
            </a:r>
          </a:p>
        </p:txBody>
      </p:sp>
      <p:pic>
        <p:nvPicPr>
          <p:cNvPr descr="image/model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Модель боевых действий с участием регулярных войск и партизанских отрядов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процессе выполнения данной лабораторной работы я построила модель боевых действий на языке программирования Julia, а также провела сравнительный анализ.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Законы_Осипова_—</a:t>
            </a:r>
            <a:r>
              <a:rPr i="1"/>
              <a:t>Ланчестера [Электронный ресурс]. URL: https://ru.wikipedia.org/wiki/Законы_Осипова</a:t>
            </a:r>
            <a:r>
              <a:rPr/>
              <a:t>—_Ланчестера.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лабораторной работе №3</dc:title>
  <dc:creator>Сингх Ааруши</dc:creator>
  <cp:keywords/>
  <dcterms:created xsi:type="dcterms:W3CDTF">2026-03-19T14:11:21Z</dcterms:created>
  <dcterms:modified xsi:type="dcterms:W3CDTF">2026-03-19T14:11:21Z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Invalid Date</vt:lpwstr>
  </property>
  <property fmtid="{D5CDD505-2E9C-101B-9397-08002B2CF9AE}" pid="9" name="date-format">
    <vt:lpwstr>2026-03-19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Модель боевых действий вариант 26</vt:lpwstr>
  </property>
  <property fmtid="{D5CDD505-2E9C-101B-9397-08002B2CF9AE}" pid="16" name="toc-title">
    <vt:lpwstr>Содержание</vt:lpwstr>
  </property>
</Properties>
</file>